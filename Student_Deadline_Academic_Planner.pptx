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CS2308L DESIGN THINKING LAB • EXPERIMENTS 7 - 10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Planner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Multi-Factor Prioritization, Web Audio Procedural Alerts &amp; Academic Workflow Automation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389120"/>
            <a:ext cx="96012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572000"/>
            <a:ext cx="9052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Student: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Vaidya (Roll No: CS2351 | Class: SY-C2)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JSPM's Rajarshi Shahu College of Engineering, Pune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Faculty: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Sneha Kulkarni | Prof. M. B. Shinde | Verification: 15/15 Automated Test Cases Passed (100%)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• EMPATHIZE &amp; DEFINE PHASES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Foundation: Empathy &amp; Problem 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 Core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Cognitive Overload: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manage 6 concurrent subjects (DBMS, OS, CN, Maths, DT, Python) with overlapping assignment deadlines.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Deadline Amnesia: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calendar apps fail to create sensory urgency, leading to missed lab journals and 11th-hour panic submissions.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Flat Prioritization Fallacy: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treat a 15-minute quiz the same as a 20-hour semester project.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Absence of Subtask Scaffolding: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milestones lack structured checkpoints, causing procrastination.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Persona: Arnav Vaidya (SY-C2)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Says: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get overwhelmed when multiple lab records and exams fall on the same day."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Thinks: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task will impact my grade most if I submit late?"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Scatters reminders across WhatsApp groups, diary notes, and phone alarms.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Feels: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anxiety about unsubmitted practicals and unexpected exams.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Need Statement: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intelligent system that automatically calculates urgency and sounds distinct audible alerts before it's too late.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• ARCHITECTURE &amp; SPECIFICATION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Layered Data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54480"/>
            <a:ext cx="3017520" cy="54864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Presentation Layer (UI/UX)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Single Page App (HTML5 + Vanilla CSS3)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portals: Student, Faculty, Administrator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Pure Web Audio procedural sound generation (Zero MP3s)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progress bars, sliders, and workload charts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554480"/>
            <a:ext cx="3017520" cy="548640"/>
          </a:xfrm>
          <a:prstGeom prst="round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Logic &amp; Model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Multi-factor smart priority evaluator (DiffHours, Weightage, Effort)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lifecycle &amp; status auto-synchronization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Subtask progress rollup &amp; recalculation engine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6-stage deadline alert &amp; notification dispatcher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554480"/>
            <a:ext cx="3017520" cy="5486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Local &amp; Cloud Persistence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Offline-first browser LocalStorage (`sdap_*` keys)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Auto-save state machine with real-time status pills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Backup &amp; Restore for complete data portability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 REST API + Vercel Serverless ready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ENHANCEMENT • INTELLIGENT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Smart Multi-Factor Priority Levels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54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Multi-Factor Suggestion Algorithm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not just a date! The prototype evaluates 4 dynamic vectors: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377440"/>
            <a:ext cx="5669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468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Time Remaining (Hours)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7249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precise hours until due date &amp; time relative to simulation baseline.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246120"/>
            <a:ext cx="5669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Assignment Weightage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5935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(Exam/Major Project), Medium (Journal/Assignment), Low (Activity/Reading).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114800"/>
            <a:ext cx="5669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Estimated Effort (Hours)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4622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hours required compared to available working hours.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4983480"/>
            <a:ext cx="56692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5074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Current Progress Percentage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53309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due tomorrow at 90% is safe; at 10% it requires immediate escalation.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23760" y="1371600"/>
            <a:ext cx="42062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1847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&lt; 24h &amp; &lt; 75% done, or High Weightage due in ≤ 2 days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23760" y="2560320"/>
            <a:ext cx="42062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3035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≤ 3 days with low progress, or remaining effort &gt; 4 hours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23760" y="3749040"/>
            <a:ext cx="42062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42245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assignments due in 4–7 days with manageable effort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0" y="4937760"/>
            <a:ext cx="42062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5074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6640" y="5413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prep or submissions due &gt; 7 days away or &gt; 80% complete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&amp; LIFECYCLE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2 &amp; 3: Progress Tracking &amp; Subtasks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0–100% Dynamic Progress Tracking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Dual-Input Controls: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0–100% sliders in Add/Edit modals and inline controls directly on task cards.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Auto-Synchronization: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slider to 100% automatically transitions status to Completed. Progress &gt; 0% auto-sets In Progress.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Overdue Guard: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uncompleted task (&lt;100%) past its due date is automatically tagged OVERDUE with High priority escalation (FR13 / TC14).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Progress Feedback: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progress tracks across Dashboard, Task Lists, and Calendar Side Panels.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Subtask Decomposition (e.g. Database Project)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Deconstructs daunting milestones into actionable steps: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2377440"/>
            <a:ext cx="46634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487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1. Research &amp; Problem Definition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2487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(20%)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3035808"/>
            <a:ext cx="46634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145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2. Schema Design &amp; ER Modeling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0" y="31455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(40%)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3694176"/>
            <a:ext cx="46634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8039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3. Implementation &amp; SQL Queries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0" y="38039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(60%)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4352544"/>
            <a:ext cx="46634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462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4. Verification &amp; Testing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44622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(80%)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5010912"/>
            <a:ext cx="46634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5. Final Documentation &amp;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0" y="5120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(100%)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5669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Subtask Progress Auto-Rollup: Checking 3 of 5 subtasks automatically computes and sets the parent task progress to 60%.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SENSORY URGENCY • WEB AUDIO API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4: Upcoming Deadline Procedural Sound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08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Pure Synthesized Web Audio Engine (Zero Latency, 100% Offline)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native browser AudioContext oscillators with mathematical frequencies. No MP3 downloads, no network latency. Includes asynchronous AudioContext unlock on first user gesture and an in-memory 16-bit PCM WAV fallback.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7 Days Before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Harmonic Chime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21868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Four-note chord (C5-E5-G5-C6) with gentle exponential decay. Friendly reminder.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25603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3 Days Before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971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Two-Tone Reminder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321868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Pleasant interval (A4 -&gt; E5) doorbell chime signaling upcoming due dates.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24 Hours Before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2971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Resonant Bell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321868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dual-tone (D5 + A5) with solid gain, commanding student focus.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34340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2 Hours Before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754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Triple Beep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500176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square wave beeps (988 Hz high B5) alerting imminent submission window.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434340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At Deadline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4754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Alarm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500176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dual-tone alarm repeating every 1.6s with on-screen dismissal banner.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0" y="434340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After Deadline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4754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Overdue Tone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3880" y="500176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sawtooth wave (F4 -&gt; F3) indicating task has slipped into overdue.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CONTROLLABILITY &amp; ACCESSIBILITY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5: Sound &amp; Notification Preferences Hub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Master Controls &amp; Volume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Sound Toggle: Instant global mute/unmute.
• Desktop Notification Toggle: Native browser OS alerts with task title, due time, and priority.
• Master Volume Slider: 0–100% logarithmic gain control with real-time numeric readout.
• Play Test Alert Button: One-click acoustic verification for immediate sound check.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Tone Flavors &amp; Custom Timing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Tone Flavor Selector: Choose preferred audio character (Chime, Two-Tone, Bell, Urgent Beep).
• Preview Button (▶ Listen): Audition tones before setting them.
• Custom Timing Checkboxes: Enable/disable notifications for specific intervals (7d, 3d, 24h, 2h, deadline).
• Deduplication Engine: `sdap_notified_stages` prevents repetitive sound spamming.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Per-Subject Audio &amp; Snooze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Granular Subject Toggles: Selectively enable or silence alerts per academic subject (DBMS, OS, CN, Maths, DT, Python).
• Do Not Disturb (DND): One-click study quiet mode.
• Flexible Snooze Intervals: Postpone deadline alerts for 10 min, 1 hour, or tomorrow morning.
• Auto-rearm: Snoozed alerts reappear automatically when timer elapses (TC15).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METRICS &amp; WORKLOAD BALANCING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6: Multi-Dimensional Student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Today's Focus (Top 3 Urgent Tasks)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isolates the 3 most pressing assignments based on proximity to deadline and remaining effort hours. Provides quick '✓ Complete' action buttons.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Weekly Workload Indicator (Mon–Sun)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965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 chart plotting estimated academic hours for every day of the week. Days exceeding the 4-hour fatigue threshold are flagged with red 'Overload' warnings.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Subject-Wise Progress Breakdown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granular completion percentages for all 6 semester subjects, displaying completed vs. total counts and individual subject color codes.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Overdue Escalation Banner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warning alert for past-due submissions (e.g., CN Lab Record). Includes 1-click 'Resolve Now' and 'Snooze Alert' actions (TC14).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9 &amp; 10 • QUALITY ASSURANCE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Enhancements &amp; 15/15 Automated Test Verification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Calendar Enhancements (Feature 7)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3891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Multi-Deadline Day Highlights: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with multiple submissions receive `.is-multi-deadline` styling with task count badges.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High-Contrast Letter Markers: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markers ('C' for Critical, 'H' for High, 'M' for Medium, 'L' for Low, '!' for Overdue) readable without color dependence (TC12).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Identification: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cues for Exams (📋), Lab Records (🔬), Quizzes (❓), and Assignments (📝).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Day Inspection: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date filters the slide-out detail panel displaying subtask counts, hours, and edit shortcuts.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5669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Automated Test Suite Results (15/15 Passing - 100%)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01168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/ Verification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TC01 - TC02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Valid/Invalid Authentication &amp; Roles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TC03 - TC05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Addition, Mandatory Validation, Past Date 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TC06 - TC07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Critical/High Priority Tags &amp; Calendar Side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TC08 - TC09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Sync, Progress % &amp; Alert Actions (Open/Dismiss)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TC10 - TC11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History &amp; Full E2E Workflow Lifecycle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Accessibility: H/M/L Letter Markers for Color-Blind 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Switch &amp; Secure Logout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TC14 - TC15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 Banner Display &amp; Snooze Timer Re-alert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943600" y="5577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unit, integration, and UI accessibility assertions verified automatically in CLI and browser.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DEMONSTRATION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Impact, Deployment &amp; Future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Deadline &amp; Academic Planner • Student: Arnav Vaidya (CS2351)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Demonstrated Impact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Eliminated missed deadlines through 6-stage sensory auditory alerts.
• Empowered student agency with realistic workload distribution (max 4h/day).
• Subtask scaffolding reduced academic procrastination and overwhelm.
• Zero external audio dependencies ensured seamless 100% offline reliability.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Deployment &amp;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Cloud Deployment configured via `vercel.json` with production build scripts.
• Offline storage resilience with JSON backup/restore guarantees data safety.
• Cross-platform responsive design tested across desktop, tablet, and mobile views.
• Full compliance with Experiments 7–10 of CS2308L Design Thinking manual.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 Roadmap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Worker Push Notifications for background OS alerts while browser is closed.
• Bidirectional Google Calendar &amp; Canvas/Moodle LMS API synchronization.
• AI-Powered Study Plan Generator utilizing Gemini / LLM scheduling recommendations.
• Peer Collaborative Study Groups with shared assignment milestone tracking.
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JSPM's Rajarshi Shahu College of Engineering, Pune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Deadline &amp; Academic Planner - Prototype &amp; Design Models</dc:title>
  <dc:subject>CS2308L Design Thinking Lab - Student Deadline &amp; Academic Planner</dc:subject>
  <dc:creator>Arnav Vaidya (CS2351 / SY-C2)</dc:creator>
  <cp:lastModifiedBy>Arnav Vaidya (CS2351 / SY-C2)</cp:lastModifiedBy>
  <cp:revision>1</cp:revision>
  <dcterms:created xsi:type="dcterms:W3CDTF">2026-10-26T16:09:12Z</dcterms:created>
  <dcterms:modified xsi:type="dcterms:W3CDTF">2026-10-26T16:09:12Z</dcterms:modified>
</cp:coreProperties>
</file>